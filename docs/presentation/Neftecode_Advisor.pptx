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0b299b3a604931" /><Relationship Type="http://schemas.openxmlformats.org/officeDocument/2006/relationships/extended-properties" Target="/docProps/app.xml" Id="Rcb9905d606ff4257" /><Relationship Type="http://schemas.openxmlformats.org/officeDocument/2006/relationships/officeDocument" Target="/ppt/presentation.xml" Id="R28269e90086048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c48f818d044bdd"/>
  </p:sldMasterIdLst>
  <p:notesMasterIdLst>
    <p:notesMasterId xmlns:r="http://schemas.openxmlformats.org/officeDocument/2006/relationships" r:id="R2782109970d645f3"/>
  </p:notesMasterIdLst>
  <p:sldIdLst>
    <p:sldId xmlns:r="http://schemas.openxmlformats.org/officeDocument/2006/relationships" id="256" r:id="R1306330e2b5d43b6"/>
    <p:sldId xmlns:r="http://schemas.openxmlformats.org/officeDocument/2006/relationships" id="257" r:id="R30a5971154004372"/>
    <p:sldId xmlns:r="http://schemas.openxmlformats.org/officeDocument/2006/relationships" id="258" r:id="R52b9cb841135492f"/>
    <p:sldId xmlns:r="http://schemas.openxmlformats.org/officeDocument/2006/relationships" id="259" r:id="Ra0ee1eaa4ba64a09"/>
    <p:sldId xmlns:r="http://schemas.openxmlformats.org/officeDocument/2006/relationships" id="260" r:id="R57f20ee60a044654"/>
    <p:sldId xmlns:r="http://schemas.openxmlformats.org/officeDocument/2006/relationships" id="261" r:id="Rcda5c7d5d9ce40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8e2e0ef7b54ec0" /><Relationship Type="http://schemas.openxmlformats.org/officeDocument/2006/relationships/slideMaster" Target="/ppt/slideMasters/slideMaster1.xml" Id="Rcdc48f818d044bdd" /><Relationship Type="http://schemas.openxmlformats.org/officeDocument/2006/relationships/notesMaster" Target="/ppt/notesMasters/notesMaster1.xml" Id="R2782109970d645f3" /><Relationship Type="http://schemas.openxmlformats.org/officeDocument/2006/relationships/presProps" Target="/ppt/presProps.xml" Id="R2587680bddc04d2f" /><Relationship Type="http://schemas.openxmlformats.org/officeDocument/2006/relationships/tableStyles" Target="/ppt/tableStyles.xml" Id="Re20a5b9c07ba491c" /><Relationship Type="http://schemas.openxmlformats.org/officeDocument/2006/relationships/slide" Target="/ppt/slides/slide1.xml" Id="R1306330e2b5d43b6" /><Relationship Type="http://schemas.openxmlformats.org/officeDocument/2006/relationships/slide" Target="/ppt/slides/slide2.xml" Id="R30a5971154004372" /><Relationship Type="http://schemas.openxmlformats.org/officeDocument/2006/relationships/slide" Target="/ppt/slides/slide3.xml" Id="R52b9cb841135492f" /><Relationship Type="http://schemas.openxmlformats.org/officeDocument/2006/relationships/slide" Target="/ppt/slides/slide4.xml" Id="Ra0ee1eaa4ba64a09" /><Relationship Type="http://schemas.openxmlformats.org/officeDocument/2006/relationships/slide" Target="/ppt/slides/slide5.xml" Id="R57f20ee60a044654" /><Relationship Type="http://schemas.openxmlformats.org/officeDocument/2006/relationships/slide" Target="/ppt/slides/slide6.xml" Id="Rcda5c7d5d9ce40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f74ca1b20c41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0906a1a39c473c" /><Relationship Type="http://schemas.openxmlformats.org/officeDocument/2006/relationships/notesMaster" Target="/ppt/notesMasters/notesMaster1.xml" Id="R8bf8fe9ee5c64d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ab3349ed04485d" /><Relationship Type="http://schemas.openxmlformats.org/officeDocument/2006/relationships/notesMaster" Target="/ppt/notesMasters/notesMaster1.xml" Id="R284979ab0e7f49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a5bdc829e443cd" /><Relationship Type="http://schemas.openxmlformats.org/officeDocument/2006/relationships/notesMaster" Target="/ppt/notesMasters/notesMaster1.xml" Id="R21d2643521c348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e7774274834e43" /><Relationship Type="http://schemas.openxmlformats.org/officeDocument/2006/relationships/notesMaster" Target="/ppt/notesMasters/notesMaster1.xml" Id="R30df7913cbc94c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d1d9e5d9504696" /><Relationship Type="http://schemas.openxmlformats.org/officeDocument/2006/relationships/notesMaster" Target="/ppt/notesMasters/notesMaster1.xml" Id="R846936c8590544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5c624a48f7484b" /><Relationship Type="http://schemas.openxmlformats.org/officeDocument/2006/relationships/notesMaster" Target="/ppt/notesMasters/notesMaster1.xml" Id="R0c36dcf6775142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README.md и docs/CONTRACT_V1.md.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docs/FRONTEND_V1.md и docs/MODELLED_CHAIN.md.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src/neftecode_hackathon/contracts.py, docs/MODELLED_CHAIN.md.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фактические проверки 2026-09-22; docs/RESULTS.md.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GET /api/v1/modelled-presets и frontend/scripts/e2e.mjs.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docs/RESULTS.md и docs/ORGANIZER_CLARIFICATIONS.md.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274b41c67143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3159435f7447f0" /><Relationship Type="http://schemas.openxmlformats.org/officeDocument/2006/relationships/slideLayout" Target="/ppt/slideLayouts/slideLayout1.xml" Id="Rbe3fa8e0e38d44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3fa8e0e38d44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f9bd7786e4b1b" /><Relationship Type="http://schemas.openxmlformats.org/officeDocument/2006/relationships/notesSlide" Target="/ppt/notesSlides/notesSlide1.xml" Id="Rdb8010769dea44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8ecb4177d4362" /><Relationship Type="http://schemas.openxmlformats.org/officeDocument/2006/relationships/notesSlide" Target="/ppt/notesSlides/notesSlide2.xml" Id="R44b9625c888047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c296f72ca4aea" /><Relationship Type="http://schemas.openxmlformats.org/officeDocument/2006/relationships/notesSlide" Target="/ppt/notesSlides/notesSlide3.xml" Id="Rc321e763fa4844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db8914a264817" /><Relationship Type="http://schemas.openxmlformats.org/officeDocument/2006/relationships/chart" Target="/ppt/slides/charts/chart1.xml" Id="Rf3557864873042b7" /><Relationship Type="http://schemas.openxmlformats.org/officeDocument/2006/relationships/notesSlide" Target="/ppt/notesSlides/notesSlide4.xml" Id="R9751756ec69c43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1a06a0146415d" /><Relationship Type="http://schemas.openxmlformats.org/officeDocument/2006/relationships/notesSlide" Target="/ppt/notesSlides/notesSlide5.xml" Id="Rae9312e3681140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52a58ffcc4a2f" /><Relationship Type="http://schemas.openxmlformats.org/officeDocument/2006/relationships/notesSlide" Target="/ppt/notesSlides/notesSlide6.xml" Id="R222b62023e39438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Успешные проверки</c:v>
          </c:tx>
          <c:spPr>
            <a:solidFill xmlns:a="http://schemas.openxmlformats.org/drawingml/2006/main">
              <a:srgbClr val="0B795B"/>
            </a:solidFill>
          </c:spPr>
          <c:cat>
            <c:strRef>
              <c:f>'Chart Data'!$A$2:$A$5</c:f>
              <c:strCache>
                <c:ptCount val="4"/>
                <c:pt idx="0">
                  <c:v>Python</c:v>
                </c:pt>
                <c:pt idx="1">
                  <c:v>Frontend</c:v>
                </c:pt>
                <c:pt idx="2">
                  <c:v>PostgreSQL</c:v>
                </c:pt>
                <c:pt idx="3">
                  <c:v>HTTP presets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188</c:v>
                </c:pt>
                <c:pt idx="1">
                  <c:v>13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D802E-BB4F-4752-8599-BE52A93C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9DE8C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DE8CA"/>
                </a:solidFill>
                <a:latin typeface="Arial"/>
                <a:ea typeface="Arial"/>
                <a:cs typeface="Arial"/>
              </a:rPr>
              <a:t>НЕФТЕКОД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ECD02-6EF1-4E86-B278-E050EFC4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9429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Советчик оператору</a:t>
            </a:r>
          </a:p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дизельного производства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17A5BB-1CDE-48C6-AB4F-2C5B1764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857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9D2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D2C9"/>
                </a:solidFill>
                <a:latin typeface="Arial"/>
                <a:ea typeface="Arial"/>
                <a:cs typeface="Arial"/>
              </a:rPr>
              <a:t>Исторический replay и редактируемый модельный контур АВТ, гидроочистки и блендинга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7F658-C4CB-40FF-A0EB-7A2B8949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DE8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DE8CA"/>
                </a:solidFill>
                <a:latin typeface="Arial"/>
                <a:ea typeface="Arial"/>
                <a:cs typeface="Arial"/>
              </a:rPr>
              <a:t>Прототип рекомендует решение. Оборудованием управляет оператор.</a:t>
            </a:r>
          </a:p>
        </p:txBody>
      </p:sp>
    </p:spTree>
    <p:extLst>
      <p:ext uri="{BB962C8B-B14F-4D97-AF65-F5344CB8AC3E}">
        <p14:creationId xmlns:p14="http://schemas.microsoft.com/office/powerpoint/2010/main" val="9235789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6FC52-055D-4166-9F19-0A09B26B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77B6B-5298-4EE8-A24A-FDBF9979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Одна точка принятия решения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74041-80EC-494C-823B-757BD612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332B"/>
                </a:solidFill>
                <a:latin typeface="Arial"/>
                <a:ea typeface="Arial"/>
                <a:cs typeface="Arial"/>
              </a:rPr>
              <a:t>Оператор видит текущее состояние, сравнивает системный совет со своим вариантом и сохраняет решение вместе с исходным снимком.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F767E-FDAE-4DFF-AD4A-668C0F2A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Исторический режим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B212E-580D-467C-B1C9-27F20FA8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5243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Прогноз серы через 60 минут</a:t>
            </a:r>
          </a:p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Fail-closed для неподтверждённых воздействий</a:t>
            </a:r>
          </a:p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Воспроизводимый поток из истории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43A5F-01B2-4AB3-8741-F158D065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Модельный режим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D24D0-8460-4715-92DF-86B0F20F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05250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Горизонт 180 минут</a:t>
            </a:r>
          </a:p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Редактируемые сырьё, режим и спецификация</a:t>
            </a:r>
          </a:p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Явная маркировка экспериментальных эффектов</a:t>
            </a:r>
          </a:p>
        </p:txBody>
      </p:sp>
    </p:spTree>
    <p:extLst>
      <p:ext uri="{BB962C8B-B14F-4D97-AF65-F5344CB8AC3E}">
        <p14:creationId xmlns:p14="http://schemas.microsoft.com/office/powerpoint/2010/main" val="3326396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F5B66-3885-42F7-BCAC-EE5EB865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A6B5A-FF11-4C4F-9EDE-C44E3156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Полная цепочка расчёта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CD5C2-DB1C-4E10-9C7F-A726D299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809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АВТ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Исправленные формулы ВАК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E1043-2976-43FE-94DB-58701222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38375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Гидроочистка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Единая оценка baseline, системы и оператора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F00EC-0534-49FE-A2AD-568B0F40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38375"/>
            <a:ext cx="1905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Hard checks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Сначала ограничения качества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65FA1-455A-4727-A0D9-2760A250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38375"/>
            <a:ext cx="1809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Блендинг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Перебор рецепта с шагом 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FA40A-5ED7-43A2-BF3D-D74E4366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38375"/>
            <a:ext cx="1809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Неизменяемый request и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EB1719-B5CD-4D44-97E6-C4CDC379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Все этапы используют общий versioned контракт. Frontend не пересчитывает производственные метрики.</a:t>
            </a:r>
          </a:p>
        </p:txBody>
      </p:sp>
    </p:spTree>
    <p:extLst>
      <p:ext uri="{BB962C8B-B14F-4D97-AF65-F5344CB8AC3E}">
        <p14:creationId xmlns:p14="http://schemas.microsoft.com/office/powerpoint/2010/main" val="20189997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1F931-36E9-4EE8-99A3-B06B29F5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0006B-6097-46D0-B29A-65673041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Проверка продукта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857250" y="2047875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557864873042b7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05622-02EA-44A9-B6A8-F682EA2A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18 354 049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C903A-7A7C-4865-96C7-9AA940DC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95625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1736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36C"/>
                </a:solidFill>
                <a:latin typeface="Arial"/>
                <a:ea typeface="Arial"/>
                <a:cs typeface="Arial"/>
              </a:rPr>
              <a:t>строк телеметрии подготовлено при чистом Docker bootstrap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CF0A3-7075-46CE-BC8B-71553BF8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6250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Миграция 0002</a:t>
            </a:r>
          </a:p>
          <a:p xmlns:a="http://schemas.openxmlformats.org/drawingml/2006/main">
            <a:pPr>
              <a:defRPr sz="150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Пять сценариев через живой API</a:t>
            </a:r>
          </a:p>
        </p:txBody>
      </p:sp>
    </p:spTree>
    <p:extLst>
      <p:ext uri="{BB962C8B-B14F-4D97-AF65-F5344CB8AC3E}">
        <p14:creationId xmlns:p14="http://schemas.microsoft.com/office/powerpoint/2010/main" val="541155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696F5-6219-41E2-ACDB-7F037738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795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B3D27-31BF-47CE-A1FB-43B5D1E4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Пять редактируемых сценариев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A3DF7-B40D-401E-A32E-1EF3E81A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Стабильный К5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3F0A0-8349-4E08-8C4F-510D7984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795B"/>
                </a:solidFill>
                <a:latin typeface="Arial"/>
                <a:ea typeface="Arial"/>
                <a:cs typeface="Arial"/>
              </a:rPr>
              <a:t>Сохранить настройки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CA9AA-FD7C-4C70-9673-55971CA5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Рост серы сырья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0EDB4-0ED2-4DF5-8D35-143D9534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051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795B"/>
                </a:solidFill>
                <a:latin typeface="Arial"/>
                <a:ea typeface="Arial"/>
                <a:cs typeface="Arial"/>
              </a:rPr>
              <a:t>Модельное изменение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32F7B-E761-4920-94D4-446148A0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Вариант оператора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A2F0B-60A7-48C6-AFD8-F7DED931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795B"/>
                </a:solidFill>
                <a:latin typeface="Arial"/>
                <a:ea typeface="Arial"/>
                <a:cs typeface="Arial"/>
              </a:rPr>
              <a:t>Оператор может победить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7EF881-9B4C-4236-9A15-220CB5FB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315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Пропуск обязательного факта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8D232-BDA0-4F0C-B3E0-350EC625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24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2641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2641D"/>
                </a:solidFill>
                <a:latin typeface="Arial"/>
                <a:ea typeface="Arial"/>
                <a:cs typeface="Arial"/>
              </a:rPr>
              <a:t>Недостаточно данных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9BEE70-FAF3-47AD-A366-09BB3085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33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332B"/>
                </a:solidFill>
                <a:latin typeface="Arial"/>
                <a:ea typeface="Arial"/>
                <a:cs typeface="Arial"/>
              </a:rPr>
              <a:t>Блендинг с 2-EHN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92BEE-2BCA-477D-8E4E-E3212436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3340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B795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B795B"/>
                </a:solidFill>
                <a:latin typeface="Arial"/>
                <a:ea typeface="Arial"/>
                <a:cs typeface="Arial"/>
              </a:rPr>
              <a:t>Рецепт проходит hard checks</a:t>
            </a:r>
          </a:p>
        </p:txBody>
      </p:sp>
    </p:spTree>
    <p:extLst>
      <p:ext uri="{BB962C8B-B14F-4D97-AF65-F5344CB8AC3E}">
        <p14:creationId xmlns:p14="http://schemas.microsoft.com/office/powerpoint/2010/main" val="5725362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498021-905C-4E69-BC7B-94E128F3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762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Честные ограничения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CFC14-ED0D-41E6-827B-BD826A21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C5DAD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5DAD2"/>
                </a:solidFill>
                <a:latin typeface="Arial"/>
                <a:ea typeface="Arial"/>
                <a:cs typeface="Arial"/>
              </a:rPr>
              <a:t>История не доказала причинный эффект P8, T11 и F19. Их физические единицы не подтверждены. Модельный контур показывает механику сравнения, а не промышленные уставки.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04567-15A8-4534-9534-89A3C898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9DE8C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9DE8CA"/>
                </a:solidFill>
                <a:latin typeface="Arial"/>
                <a:ea typeface="Arial"/>
                <a:cs typeface="Arial"/>
              </a:rPr>
              <a:t>Решение для оператора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BF936-F273-4842-A032-2AF8DD41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933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Качество имеет приоритет. Неизвестная обязательная проверка останавливает рекомендацию. Каждый результат хранит версии, допущения и trace.</a:t>
            </a:r>
          </a:p>
        </p:txBody>
      </p:sp>
    </p:spTree>
    <p:extLst>
      <p:ext uri="{BB962C8B-B14F-4D97-AF65-F5344CB8AC3E}">
        <p14:creationId xmlns:p14="http://schemas.microsoft.com/office/powerpoint/2010/main" val="15835768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2026-09-22T19:57:38.2010000Z</dcterms:created>
  <dcterms:modified xsi:type="dcterms:W3CDTF">2026-09-22T19:57:38.2020000Z</dcterms:modified>
</coreProperties>
</file>